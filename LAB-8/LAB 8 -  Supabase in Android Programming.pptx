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562" r:id="rId3"/>
    <p:sldId id="563" r:id="rId4"/>
    <p:sldId id="564" r:id="rId5"/>
    <p:sldId id="565" r:id="rId6"/>
    <p:sldId id="566" r:id="rId7"/>
    <p:sldId id="567" r:id="rId8"/>
    <p:sldId id="568" r:id="rId9"/>
    <p:sldId id="569" r:id="rId10"/>
    <p:sldId id="570" r:id="rId11"/>
    <p:sldId id="603" r:id="rId12"/>
    <p:sldId id="605" r:id="rId13"/>
    <p:sldId id="604" r:id="rId14"/>
    <p:sldId id="606" r:id="rId15"/>
    <p:sldId id="607" r:id="rId16"/>
    <p:sldId id="608" r:id="rId17"/>
    <p:sldId id="609" r:id="rId18"/>
    <p:sldId id="610" r:id="rId19"/>
    <p:sldId id="582" r:id="rId20"/>
    <p:sldId id="602" r:id="rId21"/>
    <p:sldId id="583" r:id="rId22"/>
    <p:sldId id="611" r:id="rId23"/>
    <p:sldId id="612" r:id="rId24"/>
    <p:sldId id="614" r:id="rId25"/>
    <p:sldId id="615" r:id="rId26"/>
    <p:sldId id="616" r:id="rId27"/>
    <p:sldId id="617" r:id="rId28"/>
    <p:sldId id="620" r:id="rId29"/>
    <p:sldId id="621" r:id="rId30"/>
    <p:sldId id="622" r:id="rId31"/>
    <p:sldId id="623" r:id="rId32"/>
    <p:sldId id="624" r:id="rId33"/>
    <p:sldId id="618" r:id="rId34"/>
    <p:sldId id="619" r:id="rId35"/>
    <p:sldId id="625" r:id="rId36"/>
    <p:sldId id="626" r:id="rId37"/>
    <p:sldId id="627" r:id="rId38"/>
    <p:sldId id="630" r:id="rId39"/>
    <p:sldId id="631" r:id="rId40"/>
    <p:sldId id="628" r:id="rId41"/>
    <p:sldId id="629" r:id="rId42"/>
    <p:sldId id="482" r:id="rId43"/>
    <p:sldId id="369" r:id="rId44"/>
  </p:sldIdLst>
  <p:sldSz cx="6858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ED90FF-0DA0-4613-AB69-8597B9DA9AC8}" v="2" dt="2024-12-18T20:26:44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89409" autoAdjust="0"/>
  </p:normalViewPr>
  <p:slideViewPr>
    <p:cSldViewPr>
      <p:cViewPr varScale="1">
        <p:scale>
          <a:sx n="113" d="100"/>
          <a:sy n="113" d="100"/>
        </p:scale>
        <p:origin x="1646" y="77"/>
      </p:cViewPr>
      <p:guideLst>
        <p:guide orient="horz" pos="16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58714-03E5-405C-8746-E63F08E5D720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8DEB1-B41D-4875-8742-D37D7D15DC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6672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B8DEB1-B41D-4875-8742-D37D7D15DCA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947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8DEB1-B41D-4875-8742-D37D7D15DCAD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404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4350" y="2139702"/>
            <a:ext cx="5829300" cy="7200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NAME OF PRESENTATION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B1E6A-B59F-4EB5-944D-4D82F7F8D66A}" type="datetime1">
              <a:rPr lang="en-US" altLang="zh-TW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41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Templateswise.c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84784" y="205979"/>
            <a:ext cx="5030316" cy="857250"/>
          </a:xfrm>
        </p:spPr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484784" y="1200151"/>
            <a:ext cx="5030316" cy="339447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TW" altLang="en-US" dirty="0"/>
              <a:t>按一下以編輯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97B4B-6A06-4FCF-8C6E-36C68CE94B6A}" type="datetime1">
              <a:rPr lang="en-US" altLang="zh-TW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9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 - Templateswise.c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771550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2900" y="1635647"/>
            <a:ext cx="6172200" cy="295897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2568-4114-48C4-A272-D6D77D4F107C}" type="datetime1">
              <a:rPr lang="en-US" altLang="zh-TW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04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9FF9-A711-41FD-843C-AF10471287E8}" type="datetime1">
              <a:rPr lang="en-US" altLang="zh-TW" smtClean="0"/>
              <a:pPr/>
              <a:t>11/20/2025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31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00151"/>
            <a:ext cx="61722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fld id="{27129FF9-A711-41FD-843C-AF10471287E8}" type="datetime1">
              <a:rPr lang="en-US" altLang="zh-TW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fld id="{F44BBF4E-D3A2-4DCA-9F57-CC6AF0EC04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93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</p:sldLayoutIdLst>
  <p:hf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LAB 8 -   Supabase in Android Programming</a:t>
            </a:r>
            <a:r>
              <a:rPr lang="zh-TW" alt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725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1742F-900D-494D-B572-240D7D81E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</a:t>
            </a:r>
            <a:r>
              <a:rPr lang="zh-TW" altLang="en-US" dirty="0"/>
              <a:t> </a:t>
            </a:r>
            <a:r>
              <a:rPr lang="en-US" altLang="zh-TW" dirty="0"/>
              <a:t>Project</a:t>
            </a:r>
            <a:r>
              <a:rPr lang="zh-TW" altLang="en-US" dirty="0"/>
              <a:t>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AAA886-529C-32BD-DAB6-804F5B24F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https://developer.android.com/studio?hl=zh-tw</a:t>
            </a:r>
            <a:endParaRPr lang="zh-TW" altLang="en-US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2AD0BC-8913-DBD4-B2C3-10893D80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2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B1645DF-B497-002A-17E7-0C2BE8917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986" y="1707654"/>
            <a:ext cx="5414707" cy="274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672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AD907D-36A0-CFA4-6B82-A4CDEEF83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</a:t>
            </a:r>
            <a:r>
              <a:rPr lang="zh-TW" altLang="en-US" dirty="0"/>
              <a:t> </a:t>
            </a:r>
            <a:r>
              <a:rPr lang="en-US" altLang="zh-TW" dirty="0"/>
              <a:t>Project</a:t>
            </a:r>
            <a:r>
              <a:rPr lang="zh-TW" altLang="en-US" dirty="0"/>
              <a:t>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D16694-110C-5550-7322-711BF357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33101C-ED42-AFB4-7ACE-DDE0A829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3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9081AA0-ABE6-21C8-B033-C71083911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392" y="1707654"/>
            <a:ext cx="5301208" cy="267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61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6079C2-C64B-FF9C-859A-117ECBF89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</a:t>
            </a:r>
            <a:r>
              <a:rPr lang="zh-TW" altLang="en-US" dirty="0"/>
              <a:t> </a:t>
            </a:r>
            <a:r>
              <a:rPr lang="en-US" altLang="zh-TW" dirty="0"/>
              <a:t>Project</a:t>
            </a:r>
            <a:r>
              <a:rPr lang="zh-TW" altLang="en-US" dirty="0"/>
              <a:t>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10B689-64FC-5577-00B8-FBF3999AA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0D26D7-0C4B-A577-6E1D-926BDFC8D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4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1C5539F-E279-4B3C-C722-378209895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792" y="1041423"/>
            <a:ext cx="4611027" cy="376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73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D96B2C-0A59-4AEA-8582-5B005203B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</a:t>
            </a:r>
            <a:r>
              <a:rPr lang="zh-TW" altLang="en-US" dirty="0"/>
              <a:t> </a:t>
            </a:r>
            <a:r>
              <a:rPr lang="en-US" altLang="zh-TW" dirty="0"/>
              <a:t>Project</a:t>
            </a:r>
            <a:r>
              <a:rPr lang="zh-TW" altLang="en-US" dirty="0"/>
              <a:t>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BE2852-9F87-3BB8-74E2-FA0BDAC5A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58C879-517D-BB7D-9324-01FD4FA9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5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DEB68FD-994E-6E97-5AA8-02F2D56D7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937" y="1235869"/>
            <a:ext cx="4329014" cy="354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85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E9F8D3-4B3B-DD61-C0DA-D5F00677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</a:t>
            </a:r>
            <a:r>
              <a:rPr lang="zh-TW" altLang="en-US" dirty="0"/>
              <a:t> </a:t>
            </a:r>
            <a:r>
              <a:rPr lang="en-US" altLang="zh-TW" dirty="0"/>
              <a:t>Project</a:t>
            </a:r>
            <a:r>
              <a:rPr lang="zh-TW" altLang="en-US" dirty="0"/>
              <a:t>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76E4E1-0A4C-4826-E3F8-4D65B3B46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F52AE9-058A-5CE3-776E-A6D8A066A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6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89EC43C-88C5-5732-8D52-1634D5EB8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402" y="1063229"/>
            <a:ext cx="4540602" cy="375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6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F813BA-8950-FEF4-AFB4-B9D1C4EAD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</a:t>
            </a:r>
            <a:r>
              <a:rPr lang="zh-TW" altLang="en-US" dirty="0"/>
              <a:t> </a:t>
            </a:r>
            <a:r>
              <a:rPr lang="en-US" altLang="zh-TW" dirty="0"/>
              <a:t>Project</a:t>
            </a:r>
            <a:r>
              <a:rPr lang="zh-TW" altLang="en-US" dirty="0"/>
              <a:t>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7D8AB9-2E7B-AC8C-0915-2D4E62BC7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16EBD9-6CAC-7939-F95F-841C67E8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7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E0052DA-B0CF-518B-578E-470D1F31F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808" y="1329574"/>
            <a:ext cx="4234245" cy="342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968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36E9B-3E00-C002-96C6-C2B9A3596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</a:t>
            </a:r>
            <a:r>
              <a:rPr lang="zh-TW" altLang="en-US" dirty="0"/>
              <a:t> </a:t>
            </a:r>
            <a:r>
              <a:rPr lang="en-US" altLang="zh-TW" dirty="0"/>
              <a:t>Project</a:t>
            </a:r>
            <a:r>
              <a:rPr lang="zh-TW" altLang="en-US" dirty="0"/>
              <a:t>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211358-4841-BD5C-BBD0-A039F6B0A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979A6D-7CA6-7063-A8F4-8BF63A8D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8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55FE088-864F-B38A-06A3-4BA58C53E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635" y="1180605"/>
            <a:ext cx="4548546" cy="368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62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B0876A-7024-7252-FC71-AD105C340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Database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1D11C9-E051-B5B4-1F27-437653537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9D519A-E587-7DE8-1ADB-8E14B8C5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9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89AE458-2807-616E-9CD9-F704D6399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784" y="1781020"/>
            <a:ext cx="5373216" cy="218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19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B5C922-2E15-48C6-D43B-8AB74F26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Database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814484-E3E2-B508-F57E-4A1C9C097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3A169C-C7A6-CDB1-0DCB-DB29F25A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10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F93636E-A41C-AA34-5F11-3823BCC7D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896" y="1188675"/>
            <a:ext cx="3682336" cy="385243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A5D7028-B57E-7C83-D780-258D97FF759A}"/>
              </a:ext>
            </a:extLst>
          </p:cNvPr>
          <p:cNvSpPr/>
          <p:nvPr/>
        </p:nvSpPr>
        <p:spPr>
          <a:xfrm>
            <a:off x="1988840" y="1707654"/>
            <a:ext cx="745024" cy="18737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878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651080-6296-2FA5-56E7-61A7AEA76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Database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27488F-C740-6F78-FC6A-143FB6BED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9B96D2-E2BF-5F0C-DFA5-42F35B6B5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11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C5625EE-6DC5-0D0E-D584-EDCB7107D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832" y="1317105"/>
            <a:ext cx="3659221" cy="336383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E9BBBEB-17F1-DDA3-7F80-706111D03B68}"/>
              </a:ext>
            </a:extLst>
          </p:cNvPr>
          <p:cNvSpPr/>
          <p:nvPr/>
        </p:nvSpPr>
        <p:spPr>
          <a:xfrm>
            <a:off x="3140968" y="1851670"/>
            <a:ext cx="745024" cy="18737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8A8921A-5981-4DB0-7952-7EFFB1E045CC}"/>
              </a:ext>
            </a:extLst>
          </p:cNvPr>
          <p:cNvSpPr/>
          <p:nvPr/>
        </p:nvSpPr>
        <p:spPr>
          <a:xfrm>
            <a:off x="1988840" y="2803702"/>
            <a:ext cx="745024" cy="18737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7540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79A36C-5DC6-8D55-1699-D18A996CF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Database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392691-6D77-DB8E-B1D2-D2B89C835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8DE4AF-9B1F-9DB5-3C65-66AB67433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12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DCD1F3C-FF47-F712-AB15-721FF5956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925" y="1235869"/>
            <a:ext cx="3844174" cy="367239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13876B4-051F-635C-2823-C94FFE253306}"/>
              </a:ext>
            </a:extLst>
          </p:cNvPr>
          <p:cNvSpPr/>
          <p:nvPr/>
        </p:nvSpPr>
        <p:spPr>
          <a:xfrm>
            <a:off x="1916832" y="2398700"/>
            <a:ext cx="2880320" cy="821121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AB6AB6-285D-F33B-BC65-C2EE563B1748}"/>
              </a:ext>
            </a:extLst>
          </p:cNvPr>
          <p:cNvSpPr/>
          <p:nvPr/>
        </p:nvSpPr>
        <p:spPr>
          <a:xfrm>
            <a:off x="5301208" y="4659982"/>
            <a:ext cx="358716" cy="200966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9069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51ABBB-A480-CBCA-9809-C5C8A56D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Database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820D28-5919-D059-1514-DB2568DDB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6B112B-49D7-1B88-9831-EE469565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13</a:t>
            </a:fld>
            <a:endParaRPr 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83688B9-A4BB-BCBA-EB2B-51293D6A2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919" y="1181250"/>
            <a:ext cx="2051879" cy="396224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386FE40-42B1-9638-1234-ADE36B709D23}"/>
              </a:ext>
            </a:extLst>
          </p:cNvPr>
          <p:cNvSpPr/>
          <p:nvPr/>
        </p:nvSpPr>
        <p:spPr>
          <a:xfrm>
            <a:off x="2780928" y="2478064"/>
            <a:ext cx="1080120" cy="237701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9014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250CD2-F790-EB85-C4AC-518C6D19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Database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85A139-4C2E-5F0E-08AA-0B36DF861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C74A48-D150-21B3-569D-E4788C18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14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1C58F59-EC04-0DF7-04C1-F41C32751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703" y="1715140"/>
            <a:ext cx="5349524" cy="266429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58D124-CDB0-9F93-59C6-0BA5BE40C0B3}"/>
              </a:ext>
            </a:extLst>
          </p:cNvPr>
          <p:cNvSpPr/>
          <p:nvPr/>
        </p:nvSpPr>
        <p:spPr>
          <a:xfrm>
            <a:off x="1354702" y="2690294"/>
            <a:ext cx="706145" cy="18737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3EEF5E-0208-8BAB-3038-0C6DBA69C4CA}"/>
              </a:ext>
            </a:extLst>
          </p:cNvPr>
          <p:cNvSpPr/>
          <p:nvPr/>
        </p:nvSpPr>
        <p:spPr>
          <a:xfrm>
            <a:off x="6172199" y="3910697"/>
            <a:ext cx="472981" cy="18737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4E6BF2-7B90-C2A6-08D1-99CAE75BD45B}"/>
              </a:ext>
            </a:extLst>
          </p:cNvPr>
          <p:cNvSpPr/>
          <p:nvPr/>
        </p:nvSpPr>
        <p:spPr>
          <a:xfrm>
            <a:off x="5959203" y="3716784"/>
            <a:ext cx="745024" cy="18737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9913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7A1497-7126-3980-AA6C-96736709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Database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A53649-24CD-30F7-8351-00D13343B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3977DC-D4CA-DEA5-4B43-805BF4035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15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BD5A343-B920-B0FB-4EBC-49131C9DE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09" y="1779662"/>
            <a:ext cx="5517232" cy="201116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DC4BFDD-9C39-73A2-F0AF-76C76AC29783}"/>
              </a:ext>
            </a:extLst>
          </p:cNvPr>
          <p:cNvSpPr/>
          <p:nvPr/>
        </p:nvSpPr>
        <p:spPr>
          <a:xfrm>
            <a:off x="5895889" y="2283718"/>
            <a:ext cx="960252" cy="216024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55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4D9B65-3D35-FA84-0802-FDF7EC4E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Database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C1B789-51A4-6040-82CD-8100D7220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1F777B-4865-CC3F-C462-F9A6B794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16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586D3DD-23F8-C759-15F4-55F31490A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880" y="1063229"/>
            <a:ext cx="2633651" cy="401191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A765B3C-AD8E-D966-6236-B64085EFAB60}"/>
              </a:ext>
            </a:extLst>
          </p:cNvPr>
          <p:cNvSpPr/>
          <p:nvPr/>
        </p:nvSpPr>
        <p:spPr>
          <a:xfrm>
            <a:off x="2362736" y="4810499"/>
            <a:ext cx="1210280" cy="230607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6230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F48C24-A629-CA9F-D1E6-3587EA784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Database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A40407-F6E6-4251-27F8-1D17615A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17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0970B67-0CCB-E6CE-7F2C-9C588D9B5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418" y="1563638"/>
            <a:ext cx="5427581" cy="273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54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D30DD8-432D-51D1-0D9B-42E42615F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Database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4CFEE4-5D88-9A69-4B1E-1521F1B3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18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AD14F63-353B-0E6D-EC11-16ECED675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768" y="1541657"/>
            <a:ext cx="5517232" cy="272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41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697053-C196-A884-E0AA-87AA6635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Database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025EB1-B07C-A26A-D96B-FA854648C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C0D7F4-F4D5-93D1-1718-6732D590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19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D6B7365-9332-30D7-944E-DCDEDBB44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784" y="978611"/>
            <a:ext cx="4802302" cy="392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189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D714B3-5044-5239-F579-2BD0B0E4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E4815A-A834-D242-F11D-9D1020566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6ADAB6-64FE-5946-F264-76F3957D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20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4318F95-F131-6456-B5C8-4FEB74871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670" y="1213296"/>
            <a:ext cx="4896544" cy="352007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B77BF5E-CB32-DC90-CAF1-DDE4A9634027}"/>
              </a:ext>
            </a:extLst>
          </p:cNvPr>
          <p:cNvSpPr/>
          <p:nvPr/>
        </p:nvSpPr>
        <p:spPr>
          <a:xfrm>
            <a:off x="2996952" y="2741560"/>
            <a:ext cx="504056" cy="230607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31F7E1-C035-832E-4C10-94F61A5C5070}"/>
              </a:ext>
            </a:extLst>
          </p:cNvPr>
          <p:cNvSpPr/>
          <p:nvPr/>
        </p:nvSpPr>
        <p:spPr>
          <a:xfrm>
            <a:off x="2996952" y="3075806"/>
            <a:ext cx="864096" cy="230607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17CEAD-B538-FD90-A0D7-11E4E83A7C7D}"/>
              </a:ext>
            </a:extLst>
          </p:cNvPr>
          <p:cNvSpPr/>
          <p:nvPr/>
        </p:nvSpPr>
        <p:spPr>
          <a:xfrm>
            <a:off x="2996952" y="3604607"/>
            <a:ext cx="1656184" cy="230607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F36BAD-82D1-7EEE-8002-6830A0F0FAA2}"/>
              </a:ext>
            </a:extLst>
          </p:cNvPr>
          <p:cNvSpPr/>
          <p:nvPr/>
        </p:nvSpPr>
        <p:spPr>
          <a:xfrm>
            <a:off x="2996952" y="2568920"/>
            <a:ext cx="432048" cy="115303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571D71-AB77-FFF7-7342-B66A1916E0B6}"/>
              </a:ext>
            </a:extLst>
          </p:cNvPr>
          <p:cNvSpPr/>
          <p:nvPr/>
        </p:nvSpPr>
        <p:spPr>
          <a:xfrm>
            <a:off x="5949280" y="4492464"/>
            <a:ext cx="418192" cy="230607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02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BEC620B3-4797-6D66-562E-FB7388A6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15" name="內容版面配置區 14">
            <a:extLst>
              <a:ext uri="{FF2B5EF4-FFF2-40B4-BE49-F238E27FC236}">
                <a16:creationId xmlns:a16="http://schemas.microsoft.com/office/drawing/2014/main" id="{8A19115B-0E20-A4E6-CA24-A0C9B8D4F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F10BB4-EEDE-EB39-D7AB-6398CE8C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14900" y="4767263"/>
            <a:ext cx="1600200" cy="273844"/>
          </a:xfrm>
        </p:spPr>
        <p:txBody>
          <a:bodyPr/>
          <a:lstStyle/>
          <a:p>
            <a:fld id="{F44BBF4E-D3A2-4DCA-9F57-CC6AF0EC048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8A104F8-DC1D-A207-5DB8-63B4B9B25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92" y="1253900"/>
            <a:ext cx="4914899" cy="351624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BDD9519-5EA6-8978-15AC-4366B4F25C4F}"/>
              </a:ext>
            </a:extLst>
          </p:cNvPr>
          <p:cNvSpPr/>
          <p:nvPr/>
        </p:nvSpPr>
        <p:spPr>
          <a:xfrm>
            <a:off x="4024680" y="1419622"/>
            <a:ext cx="1290827" cy="1296144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471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77037D-DF25-C872-623A-2EECF75E6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D678DD-1AF6-923B-4566-E1007C27E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https://supabase.com/docs/guides/getting-started/quickstarts/kotlin</a:t>
            </a:r>
            <a:endParaRPr lang="zh-TW" altLang="en-US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F97563-4C0E-4756-F257-1BF244F94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22</a:t>
            </a:fld>
            <a:endParaRPr 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7442304-27CB-55D4-EDAD-6BFE4561D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338" y="1779059"/>
            <a:ext cx="5301208" cy="281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52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DF1BA0-50F1-95FC-8032-C79D34781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E4DA16CB-C574-8F36-A0E4-0A8931141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8800" y="1131590"/>
            <a:ext cx="4464496" cy="378199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5C4741-28D8-018F-5720-23203BE48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1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F458F9-A3CE-0D9C-32EC-4346CCADA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84" y="195486"/>
            <a:ext cx="5030316" cy="857250"/>
          </a:xfrm>
        </p:spPr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71CF70-32B3-E24C-38C3-C29CE3D10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https://developer.android.com/develop/connectivity/network-ops/connecting?hl=zh-tw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A2DB16-6986-7EA9-6B73-236C9FFC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24</a:t>
            </a:fld>
            <a:endParaRPr lang="en-US"/>
          </a:p>
        </p:txBody>
      </p:sp>
      <p:pic>
        <p:nvPicPr>
          <p:cNvPr id="5" name="內容版面配置區 5">
            <a:extLst>
              <a:ext uri="{FF2B5EF4-FFF2-40B4-BE49-F238E27FC236}">
                <a16:creationId xmlns:a16="http://schemas.microsoft.com/office/drawing/2014/main" id="{CA9E0F15-8B63-3C0B-8FC9-0CD2AD6F2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776" y="1885020"/>
            <a:ext cx="5030787" cy="291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38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09D807-E947-7791-E290-A4F8110FC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80B8D1-189F-EC70-B732-9554E1171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B11CED-E389-CD2F-6DFF-DC36584BC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25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EFB16DC-C4DC-92E2-129B-2466791BE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800" y="1356782"/>
            <a:ext cx="4351732" cy="308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12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427D7C-103F-F363-8B78-0673EE122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97F3ABF8-489C-6C64-26AE-E2E54D178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2856" y="1044571"/>
            <a:ext cx="3142083" cy="397009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5929E3-D5A1-0126-C188-92D9C70CE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23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3EC802-B160-54D6-BF7F-22629D7A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ED5F97-0872-BABF-5D01-CB038979F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4C5F4E-2C09-58A5-5A2B-3A911005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27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AF7B810-48DD-3CBA-DF3D-4A2D706F9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779" y="1142315"/>
            <a:ext cx="4434325" cy="40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953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221E87-09A8-19E0-6F12-25BB71F8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5A4C8674-2EFA-3385-0AC4-26DEFA621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0808" y="1150586"/>
            <a:ext cx="3722011" cy="389189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7720E7-030D-385B-79FD-D22BBE39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05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084772-381F-98DF-1D4A-11254C758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2D92A9-D05F-CCB8-1513-525FA6F5C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27CF84-FA1A-3D2C-EDF9-9224DE4F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29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DDA7C4F-0640-506F-0761-04B535491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856" y="987574"/>
            <a:ext cx="3194166" cy="402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667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C6A814-E3AB-CD27-A053-6B351448C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5C4A03-4DC8-8135-F366-4AE25B9B8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17F9C2-0436-35F2-151D-1E9C5840F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30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A657DD3-CF05-2B0C-A79B-5AD803E63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150" y="981218"/>
            <a:ext cx="3514057" cy="410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167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99155F-7161-4669-93C3-4F757D730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589331-C18F-3E4F-A05B-58F3EB6F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47047C-A6BB-BF0D-F3DD-7C9CC50B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31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F58601-EB6E-7BC9-3F76-CC0AC754D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163" y="1419622"/>
            <a:ext cx="4914188" cy="308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01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0CAA86-9E2B-0EA1-A745-3201B4D29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0BAF09-D987-4C04-FC3F-D1F470E65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32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94A346B-D215-02B7-3937-226BA3F3D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490" y="997618"/>
            <a:ext cx="3887660" cy="414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07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174202-A71B-0A18-CE93-3FF4E72C9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94EDFD-6473-DD1F-808C-0F96290D0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41FDDB-9660-C291-2162-D3E5396D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33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707713D-5729-EFD1-66CE-C8D61FDD7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872" y="1219440"/>
            <a:ext cx="3343182" cy="392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7012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1CB021-40F2-A0CC-81BD-C7330350F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8D0EE1-5759-8196-E22D-8D6D8CD8F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FE174F-17E8-5F03-C062-D9483ACD0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34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181564A-D288-8028-75B2-6DCE2818B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1" y="1303925"/>
            <a:ext cx="3780918" cy="360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375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0FB4B6-E13A-0BC5-1B34-B7592BF8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754F2C-70F0-B09B-EB56-C4B765584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A077BF-DBEC-1FFF-83CE-047491CB5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35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D2C7F61-2C21-5885-9E9B-AC32A5969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880" y="1177384"/>
            <a:ext cx="2861471" cy="368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972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52AA07-4F20-9470-78BB-7D3B0E905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88B11C-512D-1D3D-1913-812F73F7F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E8E0FA-2953-B3AB-756C-997C4067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36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472CA1A-C09E-2413-4667-B4921F241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776" y="1215856"/>
            <a:ext cx="3097440" cy="368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973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F06093-ECFA-C5D1-80A7-E0B3895E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Android Project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CA6AFD-0CD0-F058-9E22-610D807D9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3CB9BE-5884-4973-A73C-293FF7B11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37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0BFB7A3-2957-2639-9653-4EDDD9840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775" y="1347614"/>
            <a:ext cx="5237971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6565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93AD93-4D10-B585-5AC8-0B41C3E3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169FBC-5503-F0AC-965F-DA1D10743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525AA4-649D-569A-D864-018A15F6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38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D446298-A6FF-B1FB-C3CB-604C41964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952" y="1161115"/>
            <a:ext cx="1729495" cy="385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6601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BA795D-8A40-7D07-AA62-293B74BF5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1F1DE3-F688-6215-1C30-E60C4291A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A4AC1D-6332-3C0E-BE7E-4311D3AA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39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AD9FEA3-3422-3724-350F-1DFF8EF58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36" y="1180308"/>
            <a:ext cx="1715271" cy="372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7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D48B7C-75D6-A967-3E82-9A826E6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F3D8288-65B9-4596-3CF3-2188A0C6E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776" y="1635646"/>
            <a:ext cx="5318348" cy="216928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52686C-D440-2D1E-C23F-205D1A40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611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14F43-CD59-DEB4-56B7-60EA1D99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1DE149-ED32-71F9-32B2-F2E462904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A20C32-53D2-1919-E6ED-2E318B92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41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4BF1D61-ABAA-26E4-1477-BF95B398B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328" y="2067694"/>
            <a:ext cx="5402672" cy="137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476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4784" y="1200151"/>
            <a:ext cx="5256584" cy="3394472"/>
          </a:xfrm>
        </p:spPr>
        <p:txBody>
          <a:bodyPr>
            <a:norm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zh-TW" altLang="en-US" sz="1600" dirty="0"/>
              <a:t>完成所有投影片基礎功能</a:t>
            </a:r>
            <a:endParaRPr lang="en-US" altLang="zh-TW" sz="1600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zh-TW" altLang="en-US" sz="1600" dirty="0"/>
              <a:t>如果訊息是你自己發送的，請讓對話框靠右對齊，並使用一個特別的顏色</a:t>
            </a:r>
            <a:r>
              <a:rPr lang="en-US" altLang="zh-TW" sz="1600" dirty="0"/>
              <a:t>(</a:t>
            </a:r>
            <a:r>
              <a:rPr lang="zh-TW" altLang="en-US" sz="1600" dirty="0"/>
              <a:t>例如藍色</a:t>
            </a:r>
            <a:r>
              <a:rPr lang="en-US" altLang="zh-TW" sz="1600" dirty="0"/>
              <a:t>)</a:t>
            </a:r>
            <a:r>
              <a:rPr lang="zh-TW" altLang="en-US" sz="1600" dirty="0"/>
              <a:t>來凸顯。如果訊息是其他使用者發送的，請讓對話框靠左對齊，並使用另一個顏色</a:t>
            </a:r>
            <a:r>
              <a:rPr lang="en-US" altLang="zh-TW" sz="1600" dirty="0"/>
              <a:t>(</a:t>
            </a:r>
            <a:r>
              <a:rPr lang="zh-TW" altLang="en-US" sz="1600" dirty="0"/>
              <a:t>例如灰色</a:t>
            </a:r>
            <a:r>
              <a:rPr lang="en-US" altLang="zh-TW" sz="1600" dirty="0"/>
              <a:t>)</a:t>
            </a:r>
            <a:r>
              <a:rPr lang="zh-TW" altLang="en-US" sz="1600" dirty="0"/>
              <a:t>。</a:t>
            </a:r>
            <a:endParaRPr lang="en-US" altLang="zh-TW" sz="1600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zh-TW" altLang="en-US" sz="1600" dirty="0"/>
              <a:t>在註冊時允許使用者設定暱稱，並在聊天介面顯示暱稱而不是電子郵件。</a:t>
            </a:r>
            <a:endParaRPr lang="en-US" altLang="zh-TW" sz="1600" dirty="0"/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1600" dirty="0">
                <a:solidFill>
                  <a:srgbClr val="FF0000"/>
                </a:solidFill>
              </a:rPr>
              <a:t>以上有修改的地方，都需要加上註解</a:t>
            </a:r>
            <a:endParaRPr lang="en-US" altLang="zh-TW" sz="1600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371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*練習繳交檔案</a:t>
            </a:r>
            <a:endParaRPr lang="zh-TW" altLang="en-US" dirty="0"/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zh-TW" altLang="en-US" dirty="0"/>
              <a:t>放在「</a:t>
            </a:r>
            <a:r>
              <a:rPr lang="zh-TW" altLang="en-US" b="1" dirty="0"/>
              <a:t>資料夾</a:t>
            </a:r>
            <a:r>
              <a:rPr lang="zh-TW" altLang="en-US" dirty="0"/>
              <a:t>」內並打包成「</a:t>
            </a:r>
            <a:r>
              <a:rPr lang="zh-TW" altLang="en-US" b="1" dirty="0"/>
              <a:t>壓縮檔</a:t>
            </a:r>
            <a:r>
              <a:rPr lang="zh-TW" altLang="en-US" dirty="0"/>
              <a:t>」</a:t>
            </a:r>
            <a:br>
              <a:rPr lang="en-US" altLang="zh-TW" dirty="0"/>
            </a:br>
            <a:r>
              <a:rPr lang="zh-TW" altLang="en-US" dirty="0"/>
              <a:t>（檔名－學號：</a:t>
            </a:r>
            <a:r>
              <a:rPr lang="en-US" altLang="zh-TW" dirty="0"/>
              <a:t>D0765432 </a:t>
            </a:r>
            <a:r>
              <a:rPr lang="zh-TW" altLang="en-US" dirty="0"/>
              <a:t>）</a:t>
            </a:r>
          </a:p>
          <a:p>
            <a:pPr marL="285750" indent="-285750"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zh-TW" altLang="en-US" dirty="0"/>
              <a:t>資料夾內需包含：</a:t>
            </a:r>
            <a:endParaRPr lang="en-US" altLang="zh-TW" dirty="0"/>
          </a:p>
          <a:p>
            <a:pPr marL="510778" lvl="1" indent="-285750">
              <a:spcBef>
                <a:spcPts val="0"/>
              </a:spcBef>
              <a:spcAft>
                <a:spcPts val="675"/>
              </a:spcAft>
            </a:pPr>
            <a:r>
              <a:rPr lang="zh-TW" altLang="en-US" sz="1800" dirty="0">
                <a:solidFill>
                  <a:srgbClr val="FF0000"/>
                </a:solidFill>
              </a:rPr>
              <a:t>程式碼 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510778" lvl="1" indent="-285750">
              <a:spcBef>
                <a:spcPts val="0"/>
              </a:spcBef>
              <a:spcAft>
                <a:spcPts val="675"/>
              </a:spcAft>
            </a:pPr>
            <a:r>
              <a:rPr lang="zh-TW" altLang="en-US" sz="1800" dirty="0">
                <a:solidFill>
                  <a:srgbClr val="FF0000"/>
                </a:solidFill>
              </a:rPr>
              <a:t>並且附上執行結果的</a:t>
            </a:r>
            <a:r>
              <a:rPr lang="zh-TW" altLang="en-US" sz="1800" b="1" dirty="0">
                <a:solidFill>
                  <a:srgbClr val="FF0000"/>
                </a:solidFill>
              </a:rPr>
              <a:t>截圖檔</a:t>
            </a:r>
            <a:endParaRPr lang="en-US" altLang="zh-TW" sz="1800" b="1" dirty="0">
              <a:solidFill>
                <a:srgbClr val="FF0000"/>
              </a:solidFill>
            </a:endParaRPr>
          </a:p>
          <a:p>
            <a:pPr marL="810815" lvl="2" indent="-285750">
              <a:spcBef>
                <a:spcPts val="0"/>
              </a:spcBef>
              <a:spcAft>
                <a:spcPts val="675"/>
              </a:spcAft>
            </a:pPr>
            <a:r>
              <a:rPr lang="en-US" altLang="zh-TW" sz="1500" dirty="0">
                <a:solidFill>
                  <a:srgbClr val="FF0000"/>
                </a:solidFill>
              </a:rPr>
              <a:t>Database</a:t>
            </a:r>
            <a:r>
              <a:rPr lang="zh-TW" altLang="en-US" sz="1500" dirty="0">
                <a:solidFill>
                  <a:srgbClr val="FF0000"/>
                </a:solidFill>
              </a:rPr>
              <a:t>截圖</a:t>
            </a:r>
            <a:endParaRPr lang="en-US" altLang="zh-TW" sz="1500" dirty="0">
              <a:solidFill>
                <a:srgbClr val="FF0000"/>
              </a:solidFill>
            </a:endParaRPr>
          </a:p>
          <a:p>
            <a:pPr marL="285750" indent="-285750"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FF0000"/>
                </a:solidFill>
              </a:rPr>
              <a:t>練習繳交截止時間：</a:t>
            </a:r>
            <a:r>
              <a:rPr lang="en-US" altLang="zh-TW">
                <a:solidFill>
                  <a:srgbClr val="FF0000"/>
                </a:solidFill>
              </a:rPr>
              <a:t>2025/12/03 </a:t>
            </a:r>
            <a:r>
              <a:rPr lang="en-US" altLang="zh-TW" dirty="0">
                <a:solidFill>
                  <a:srgbClr val="FF0000"/>
                </a:solidFill>
              </a:rPr>
              <a:t>23:59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88014"/>
      </p:ext>
    </p:extLst>
  </p:cSld>
  <p:clrMapOvr>
    <a:masterClrMapping/>
  </p:clrMapOvr>
</p:sld>
</file>

<file path=ppt/theme/theme1.xml><?xml version="1.0" encoding="utf-8"?>
<a:theme xmlns:a="http://schemas.openxmlformats.org/drawingml/2006/main" name="23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232</Template>
  <TotalTime>12197</TotalTime>
  <Words>321</Words>
  <Application>Microsoft Office PowerPoint</Application>
  <PresentationFormat>自訂</PresentationFormat>
  <Paragraphs>100</Paragraphs>
  <Slides>43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48" baseType="lpstr">
      <vt:lpstr>Arial</vt:lpstr>
      <vt:lpstr>Calibri</vt:lpstr>
      <vt:lpstr>Times New Roman</vt:lpstr>
      <vt:lpstr>Wingdings</vt:lpstr>
      <vt:lpstr>232</vt:lpstr>
      <vt:lpstr>LAB 8 -   Supabase in Android Programming </vt:lpstr>
      <vt:lpstr>Android Project安裝</vt:lpstr>
      <vt:lpstr>Android Project安裝</vt:lpstr>
      <vt:lpstr>Android Project安裝</vt:lpstr>
      <vt:lpstr>Android Project安裝</vt:lpstr>
      <vt:lpstr>Android Project安裝</vt:lpstr>
      <vt:lpstr>Android Project安裝</vt:lpstr>
      <vt:lpstr>Android Project安裝</vt:lpstr>
      <vt:lpstr>建立Database</vt:lpstr>
      <vt:lpstr>建立Database</vt:lpstr>
      <vt:lpstr>建立Database</vt:lpstr>
      <vt:lpstr>建立Database</vt:lpstr>
      <vt:lpstr>建立Database</vt:lpstr>
      <vt:lpstr>建立Database</vt:lpstr>
      <vt:lpstr>建立Database</vt:lpstr>
      <vt:lpstr>建立Database</vt:lpstr>
      <vt:lpstr>建立Database</vt:lpstr>
      <vt:lpstr>建立Database</vt:lpstr>
      <vt:lpstr>建立Database</vt:lpstr>
      <vt:lpstr>Android Project</vt:lpstr>
      <vt:lpstr>Android Project</vt:lpstr>
      <vt:lpstr>Android Project</vt:lpstr>
      <vt:lpstr>Android Project</vt:lpstr>
      <vt:lpstr>Android Project</vt:lpstr>
      <vt:lpstr>Android Project</vt:lpstr>
      <vt:lpstr>Android Project</vt:lpstr>
      <vt:lpstr>Android Project</vt:lpstr>
      <vt:lpstr>Android Project</vt:lpstr>
      <vt:lpstr>Android Project</vt:lpstr>
      <vt:lpstr>Android Project</vt:lpstr>
      <vt:lpstr>Android Project</vt:lpstr>
      <vt:lpstr>Android Project</vt:lpstr>
      <vt:lpstr>Android Project</vt:lpstr>
      <vt:lpstr>Android Project</vt:lpstr>
      <vt:lpstr>Android Project</vt:lpstr>
      <vt:lpstr>Android Project</vt:lpstr>
      <vt:lpstr>Android Project</vt:lpstr>
      <vt:lpstr>執行結果</vt:lpstr>
      <vt:lpstr>執行結果</vt:lpstr>
      <vt:lpstr>執行結果</vt:lpstr>
      <vt:lpstr>執行結果</vt:lpstr>
      <vt:lpstr>練習</vt:lpstr>
      <vt:lpstr>*練習繳交檔案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8 -  Google Map APIs in Android Programming</dc:title>
  <dc:creator>chen</dc:creator>
  <cp:lastModifiedBy>盧展庭</cp:lastModifiedBy>
  <cp:revision>759</cp:revision>
  <dcterms:created xsi:type="dcterms:W3CDTF">2018-08-10T09:09:36Z</dcterms:created>
  <dcterms:modified xsi:type="dcterms:W3CDTF">2025-11-20T04:17:54Z</dcterms:modified>
</cp:coreProperties>
</file>